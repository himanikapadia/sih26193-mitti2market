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Your</a:t>
            </a:r>
            <a:br/>
            <a: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E36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Idea Feasibility Analysis • Potential Challenges &amp; Risks • Actionable Mitigation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"/>
            <a:ext cx="20116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2BC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Slide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7C41"/>
                </a:solidFill>
                <a:latin typeface="Arial"/>
              </a:defRPr>
            </a:pPr>
            <a:r>
              <a:t>1. ANALYSIS OF IDEA FEASIBILITY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3035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200">
                <a:solidFill>
                  <a:srgbClr val="0F1E36"/>
                </a:solidFill>
              </a:defRPr>
            </a:pPr>
            <a:r>
              <a:t>A. Technical Feasibility (Zero-Barrier Rural Adoption)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2G IVR Voice &amp; Missed-Call Logging: 87% smallholders lack active 4G smartphones. Multi-lingual voice flow records harvest in &lt;45s without mobile internet.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Algorithmic Knapsack Aggregation: Dynamic greedy clustering pools fragmented parcels into optimal vehicle capacity (3.5T/5T), delivering 94% truck fill-rates.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3035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200">
                <a:solidFill>
                  <a:srgbClr val="0F1E36"/>
                </a:solidFill>
              </a:defRPr>
            </a:pPr>
            <a:r>
              <a:t>B. Financial Viability &amp; Win-Win Unit Economics</a:t>
            </a:r>
          </a:p>
          <a:p>
            <a:pPr>
              <a:defRPr sz="950" b="1">
                <a:solidFill>
                  <a:srgbClr val="107C41"/>
                </a:solidFill>
              </a:defRPr>
            </a:pPr>
            <a:r>
              <a:t>• Farmer Farm-Gate Price: ₹22.00/kg (+37.5% net jump over ₹16/kg distress sales).</a:t>
            </a:r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t>• Buyer Delivered Price: ₹24.50/kg (saves 10.2% vs. ₹27/kg spot wholesale mandi).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Platform Revenue: ₹1.00/kg logistics fee + 2% handling commission. Self-sustaining operational breakeven achieved at 12 Tonnes/day per cluster.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53035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200">
                <a:solidFill>
                  <a:srgbClr val="0F1E36"/>
                </a:solidFill>
              </a:defRPr>
            </a:pPr>
            <a:r>
              <a:t>C. Operational &amp; Regulatory Compliance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Two-Tier UPI/Escrow: 70% instant release upon electronic weighbridge scan; 30% final settlement within 2 hrs of delivery verification.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FPO &amp; APMC Alignment: Operates as an aggregation technology enabler alongside local FPOs, bypassing restrictive trader cartels legally.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430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2BC"/>
                </a:solidFill>
                <a:latin typeface="Arial"/>
              </a:defRPr>
            </a:pPr>
            <a:r>
              <a:t>2. POTENTIAL RISKS &amp; MITIGATION STRATEGIES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50876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77240"/>
                <a:gridCol w="2240280"/>
                <a:gridCol w="100584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Potential Challenge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Level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 Strategy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Metric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Quality Grading Disparity</a:t>
                      </a:r>
                      <a:br/>
                      <a:r>
                        <a:t>(Disputes on tomato grade/firmness)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Computer Vision photo grading at village collection point + 24-hr dispute escrow buffer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&lt;1.8%</a:t>
                      </a:r>
                      <a:br/>
                      <a:r>
                        <a:t>Rejection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Logistics Deadheads</a:t>
                      </a:r>
                      <a:br/>
                      <a:r>
                        <a:t>(Empty return truck runs inflating freight)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Dynamic reverse-hauling: trucks return loaded with subsidized bio-fertilizers &amp; seeds for FPOs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&gt;82% Fleet</a:t>
                      </a:r>
                      <a:br/>
                      <a:r>
                        <a:t>Utilization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Spot-Price Volatility</a:t>
                      </a:r>
                      <a:br/>
                      <a:r>
                        <a:t>(Farmers tempted to side-sell to middlemen)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Fair-Floor Guaranteed Pricing contract + immediate 70% UPI payout to eliminate distress cash needs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96% Pool</a:t>
                      </a:r>
                      <a:br/>
                      <a:r>
                        <a:t>Fulfillment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Digital Illiteracy &amp; Mistrust</a:t>
                      </a:r>
                      <a:br/>
                      <a:r>
                        <a:t>(Reluctance towards mobile software)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Village Captains / Krishi Mitras earn ₹0.25/kg aggregation bonus for assisted onboarding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100% Rural</a:t>
                      </a:r>
                      <a:br/>
                      <a:r>
                        <a:t>Access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KEY VIABILITY INDICATORS:  Breakeven at 12 Metric Tonnes/Day  |  +37.5% Farmer Income  |  10.2% Buyer Savings  |  Zero Distress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